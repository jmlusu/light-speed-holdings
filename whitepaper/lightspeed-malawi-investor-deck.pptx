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LIGHTSPEED HOLDINGS LIMITED™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AI-Native Company Building</a:t>
            </a:r>
            <a:br/>
            <a:r>
              <a:t>The Malawi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Arial"/>
              </a:defRPr>
            </a:pPr>
            <a:r>
              <a:t>Investor Presentation — September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1.  Why Malawi, Why Now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2.  The Problem We Solve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3.  Our Solution: AI-Native Companies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4.  Market Opportunity: SADC Region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5.  Service Offerings &amp; Pricing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6.  Technology &amp; Platform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7.  Traction &amp; Milestones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8.  Business Model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9.  Team &amp; Governance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10. Financials &amp; Use of Funds</a:t>
            </a:r>
          </a:p>
          <a:p>
            <a:pPr>
              <a:spcAft>
                <a:spcPts val="600"/>
              </a:spcAft>
              <a:defRPr sz="1500">
                <a:solidFill>
                  <a:srgbClr val="070A40"/>
                </a:solidFill>
                <a:latin typeface="Arial"/>
              </a:defRPr>
            </a:pPr>
            <a:r>
              <a:t>11. 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WHY MALAWI,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20M+ population, growing mobile penetration (50%+)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Dual-currency market: MWK for local, USD for NGOs/international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Limited IT talent pool — AI fills the gap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Strong NGO/development sector (UN, donors, cooperatives)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SADC gateway — 16-member regional bloc, 300M+ people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Government pushing digital transformation agenda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Low competition: no AI-native service providers in-market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73152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93776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Malawi is not a market to skip — it is a market to prove the model.</a:t>
            </a:r>
            <a:br/>
            <a:r>
              <a:t>If AI-native company building works here, it works anywhere.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SMEs can't afford full-time developers or agencies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NGOs spend weeks on donor reports that could take days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Schools, clinics, hotels have no digital presence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Hiring is slow, expensive, and talent is scarce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Traditional agencies charge $5K+ for basic websites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•  24/7 customer service is impossible with manual staffing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731520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57200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0A40"/>
                </a:solidFill>
                <a:latin typeface="Arial"/>
              </a:defRPr>
            </a:pPr>
            <a:r>
              <a:t>The gap: Enterprise-grade digital services at SME prices.</a:t>
            </a:r>
            <a:br/>
            <a:r>
              <a:t>LightSpeed fills it with 150+ AI agents, not 150+ employees.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70A40"/>
                </a:solidFill>
                <a:latin typeface="Arial"/>
              </a:defRPr>
            </a:pPr>
            <a:r>
              <a:t>AI-Native Company Building: One human CEO + 150 AI agents = enterprise output at SME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150+ agents across 20 departments — engineering, design, marketing, sales, legal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5-tier approval system — human-in-the-loop for every high-stakes decision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Multi-provider LLM routing — OpenAI, Anthropic, Gemini with automatic fallback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Offline-first architecture — works on low bandwidth, local Ollama models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WhatsApp-native flows — meet customers where they already are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Full audit trail — every action logged, queryable,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3035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199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199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3035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t>SADC Region: 300M+ people, 16 countries, rapidly digitizing.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$65B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TAM — Global AI Agent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$2.5B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SAM — Africa &amp; SADC Digital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$50M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SOM — Malawi + SADC (Year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Target Segments: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Local SMEs — websites, e-commerce, automation (MWK pricing)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NGOs &amp; Donors — data, analytics, reporting (USD pricing)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Schools &amp; Clinics — digital tools, patient/student systems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Hotels &amp; Tourism — booking systems, Google presence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Cooperatives &amp; Agri — market access, supply chain dashboards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Diaspora Entrepreneurs — AI Company Builder license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SERVICE OFFERINGS &amp;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319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Arial"/>
              </a:defRPr>
            </a:pPr>
            <a:r>
              <a:t>Offer A: Digital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From MWK 150,000 (~$85)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Websites, e-commerce, brand identity,</a:t>
            </a:r>
            <a:br/>
            <a:r>
              <a:t>Google Business, social media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Arial"/>
              </a:defRPr>
            </a:pPr>
            <a:r>
              <a:t>Offer B: Business Process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From MWK 900,000 (~$500)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WhatsApp chatbots, document generators,</a:t>
            </a:r>
            <a:br/>
            <a:r>
              <a:t>survey automation, custom dashboards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9319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Arial"/>
              </a:defRPr>
            </a:pPr>
            <a:r>
              <a:t>Offer C: Data &amp; Donor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From MWK 700,000 (~$400)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Data cleaning, donor reports, interactive</a:t>
            </a:r>
            <a:br/>
            <a:r>
              <a:t>KPI dashboards, survey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657600"/>
            <a:ext cx="39319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7490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Arial"/>
              </a:defRPr>
            </a:pPr>
            <a:r>
              <a:t>Offer D: Digital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From MWK 350,000/mo (~$200/mo)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48056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Social media management, content packs,</a:t>
            </a:r>
            <a:br/>
            <a:r>
              <a:t>Google/Facebook ad campaigns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70A40"/>
                </a:solidFill>
                <a:latin typeface="Arial"/>
              </a:defRPr>
            </a:pPr>
            <a:r>
              <a:t>Dual-currency: MWK for local SMEs  |  USD for NGOs &amp; international clients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TECHNOLOGY &amp;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Platform Stack: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Python 3.12+ CLI (Typer) — no web server required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FastAPI REST + WebSocket dashboard (port 8420)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Registry YAML → Jinja2 → OpenCode agent files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1800+ automated tests, ruff + mypy + bandit clean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AI Capabilities: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6-type memory engine (episodic, semantic, procedural, relational, temporal, aggregate)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Knowledge graphs with BFS pathfinding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Model routing: 3 cost tiers with automatic fallback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Circuit breakers, dead-letter queues, SLA monitoring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Low-Bandwidth Design: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Offline-first: local Ollama models when connectivity drops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WhatsApp-native: no app download required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PWA that queues work offline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TRACTION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Agents Deployed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887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Service Offers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Milestones: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Jul 2026 — Platform bootstrapped; Phase 1-2 core architecture shipped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Aug 2026 — 5 flagship offers priced &amp; governance gates ratified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Aug 2026 — Corporate Blueprint adopted; $500K capital guidance signed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Sep 2026 — Whitepaper published; Open Design integration live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Oct 2026 — Target: 3 pilot clients in Malawi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Reference Implementations: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We Lead Out (WLO) — AI-native Salesforce consultancy, 5.0 AppExchange rating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20+ projects shipped, 4-week median time to first value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Proof that AI-native model wins on speed, cost, and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Revenue Streams: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1.  Client Services — Project-based delivery (Offers A-D)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2.  Managed Services — Monthly retainers (chatbots, dashboards, marketing)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3.  Platform Licensing — AI Company Builder SaaS ($49-$299/mo)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4.  Enterprise — Custom deployment, SLAs, dedicated support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Pricing Strategy: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Local SMEs: MWK pricing via Airtel Money / TNM Mpamba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NGOs/International: USD pricing (50% upfront, 50% on delivery)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Platform: USD-denominated SaaS for developers &amp; agencies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Unit Economics: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Target gross margin: 70%+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LLM cost: ~15% of revenue at scale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CAC payback target: &lt; 6 months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Net retention target: 120%+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TEAM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Leadership: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Jack Mlusu — Founder &amp; CEO — builder-operator; runs a 150-agent AI organization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AI Executive Cabinet — CTO, CFO, CMO, CLO, CSO, COO, CAIO (7 executives)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Governance: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Board of Directors — 7 standing committees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5-Tier Approval Matrix — human-in-the-loop for every high-stakes decision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Corporate Constitution — principles, decision order, escalation SLAs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Full audit trail — every agent action logged and queryable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AI-Augmented Team = 150+ agents across: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Engineering (backend, frontend, DevOps, QA)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Business (sales, marketing, customer success, finance)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Creative (design, content, presentation, brand)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Governance (compliance, legal, ethics, security)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FINANCIALS &amp;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Revenue Projections: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Year 1:  $120K ARR (monthly target $10K/mo)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Year 2:  $300K ARR (recurring contracts + SaaS)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Year 3:  $600K ARR (SaaS + managed workforce + platform licenses)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Key Assumptions: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10-15% MoM revenue growth in ramp phase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70%+ gross margin; LLM cost ~15% of revenue at scale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Dual-currency: MWK for local, USD for international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Use of Funds ($500K Seed):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40-50% — Talent (sales leads, compliance, DevRel)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20-30% — Client Pilots (3x Offer A, 1x Offer B, 1x Offer C)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15-25% — Hardware Lab (on-prem GPU, offline-first proof)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10-15% — Compliance (Malawi DPA, GDPR, SOC 2 prep)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$50K — Emergency Reserve (CEO-only release)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FF"/>
                </a:solidFill>
                <a:latin typeface="Arial"/>
              </a:defRPr>
            </a:pPr>
            <a:r>
              <a:t>Raising $500K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What We Deliver With This Raise: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5 paying pilot clients across Offers A-C in Malawi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$120K ARR run-rate (SaaS + managed recurring)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Phase 5 autonomous mode — self-governing AI company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Proof that AI-native model works in low-bandwidth Africa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What Investors Get: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Equity in the first AI-native company builder for SADC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A proven platform (1800+ tests, production-grade)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First-mover advantage in a $2.5B Africa digital services market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•  A model that scales across 16 SADC countries (300M+ people)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Jack Mlusu, Founder &amp; CEO</a:t>
            </a:r>
            <a:br/>
            <a:r>
              <a:t>jmlusu@gmail.com</a:t>
            </a:r>
            <a:br/>
            <a:r>
              <a:t>+265 (0) 980 016 004</a:t>
            </a:r>
            <a:br/>
            <a:r>
              <a:t>lightspeedholdings.com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