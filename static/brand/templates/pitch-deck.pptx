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LIGHTSPEED HOLDINGS LIMITED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BFFF"/>
                </a:solidFill>
                <a:latin typeface="Arial"/>
              </a:defRPr>
            </a:pPr>
            <a:r>
              <a:t>Aspire. Act. Achieve.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338328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  <a:latin typeface="Arial"/>
              </a:defRPr>
            </a:pPr>
            <a:r>
              <a:t>Confidential —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t>1.  The Problem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t>2.  Our Solution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t>3.  Market Opportunity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t>4.  Product &amp; Technology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t>5.  Business Model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t>6.  Traction &amp; Metrics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t>7.  Competitive Landscape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t>8.  Team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t>9.  Financials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t>10. The Ask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t>•  Organizations struggle to deploy AI agents at scale — each requires custom integration, monitoring, and governance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t>•  Existing tools are either too simple (chatbots) or too complex (enterprise ML platforms)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t>•  No turnkey solution exists for building an entire AI-powered organization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t>•  Cost tracking, human oversight, and multi-provider management are afterthoughts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7315200" cy="10972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937760"/>
            <a:ext cx="6766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70A40"/>
                </a:solidFill>
                <a:latin typeface="Arial"/>
              </a:defRPr>
            </a:pPr>
            <a:r>
              <a:t>"Building an AI-native company shouldn't require a team of ML engineers."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70A40"/>
                </a:solidFill>
                <a:latin typeface="Arial"/>
              </a:defRPr>
            </a:pPr>
            <a:r>
              <a:t>AI Company Builder — a CLI platform that generates, orchestrates, and manages complete AI agent organizations.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✓  Registry-driven: Define agents in YAML, generate OpenCode-compatible markdown files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✓  Multi-provider LLM routing: OpenAI, Anthropic, DeepSeek, Gemini with automatic fallback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✓  Built-in cost tracking &amp; budget enforcement per agent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✓  Human-in-the-loop approval gates for dangerous operations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✓  MessageBus task queue for cross-agent coordination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✓  135 pre-built agent roles across 19 departments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70A40"/>
                </a:solidFill>
                <a:latin typeface="Arial"/>
              </a:defRPr>
            </a:pPr>
            <a:r>
              <a:t>The AI agent infrastructure market is projected to reach $65B by 2028.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t>TAM:  $65B — Enterprise AI agent platforms &amp; orchestration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t>SAM:  $12B — Mid-market companies deploying AI agents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t>SOM:  $120M — Developer-led, self-serve AI company builder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3946"/>
                </a:solidFill>
                <a:latin typeface="Arial"/>
              </a:defRPr>
            </a:pPr>
            <a:r>
              <a:t>TARGET SEGMENTS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•  Startups building AI-native products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•  SMBs automating operations with AI agents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•  Enterprises deploying internal AI agent fleets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•  AI consultancies building client agent systems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t>PRODUCT &amp;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Architecture: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Python 3.12+ CLI (Typer) — no web server required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Registry YAML → Jinja2 template → OpenCode agent files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ReAct agentic loop with tool routing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Core Components: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AgentLoop — Multi-turn reasoning with tool execution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CostTracker — Real-time LLM spend monitoring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HITLGate — Human approval for irreversible actions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MessageBus — JSON task queue for agent coordination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ModelRouter — Provider fallback chain (OpenAI → Anthropic → DeepSeek → Gemini)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Security: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Bandit static analysis, pre-commit hooks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Principle-of-least-privilege agent permissions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Encrypted credential storage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Revenue Streams: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1.  SaaS Subscription — Monthly/annual plans for platform access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2.  Usage-Based — LLM token pass-through + margin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3.  Enterprise — Custom deployment, SLAs, dedicated support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4.  Services — Implementation consulting for large deployments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Pricing Tiers: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AI Company Builder SaaS — $49 / $149 / $299 per month (Starter/Pro/Enterprise)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Managed AI Workforce — MWK 2M+ / mo (highest-value recurring service)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Unit Economics: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Target gross margin: 70%+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LLM cost: ~15% of revenue at scale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Target CAC payback: &lt;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t>TRACTION &amp;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88720"/>
            <a:ext cx="320040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70A40"/>
                </a:solidFill>
                <a:latin typeface="Arial"/>
              </a:defRPr>
            </a:pPr>
            <a: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Arial"/>
              </a:defRPr>
            </a:pPr>
            <a:r>
              <a:t>Agents Deployed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188720"/>
            <a:ext cx="320040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371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70A40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920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Arial"/>
              </a:defRPr>
            </a:pPr>
            <a:r>
              <a:t>Departments Live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834640"/>
            <a:ext cx="320040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0175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70A4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566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Arial"/>
              </a:defRPr>
            </a:pPr>
            <a:r>
              <a:t>Flagship Offers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834640"/>
            <a:ext cx="320040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30175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70A4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566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Arial"/>
              </a:defRPr>
            </a:pPr>
            <a:r>
              <a:t>Priced Recurring Products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Key Milestones: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Jul 2026 — Platform bootstrapped; Phase 1–2 core architecture shipped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Aug 2026 — 5 flagship offers priced &amp; governance gates ratified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Aug 2026 — Corporate Blueprint adopted; $500K capital guidance signed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2,000+ automated tests; ruff, mypy &amp; bandit clean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Direct Competitors: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Agent frameworks (LangGraph, CrewAI) — dev tools, no org layer or governance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Workflow automation (n8n, Zapier) — task pipelines, not multi-agent organizations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Single-assistant SaaS (ChatGPT Business, Copilot) — no role hierarchy or cost control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Indirect Alternatives: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Custom-built agent frameworks (high engineering cost)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ChatGPT/Claude for single tasks (no orchestration)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•  Enterprise ML platforms (overkill for most orgs)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Our Differentiation: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✓  AI-native company structure (not just a tool)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✓  Built-in cost transparency &amp; budget enforcement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✓  Human-in-the-loop safety gates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✓  Multi-provider with automatic fallback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t>  ✓  Local-first option (Ollama) for zero-cost inference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Leadership: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Jack Mlusu — Founder &amp; CEO — builder-operator; runs a 135-agent AI organization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AI Executive Cabinet — CTO, CFO, CMO, CLO, CSO, COO, CAIO (7 executives)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Board of Directors — 7 standing committees (Strategy, Finance, Risk, Technology, Product, Customer, Governance)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Advisors: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Board Chair — governance &amp; escalation authority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Corporate Constitution — 5-tier approval matrix, decision order, escalation SLAs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Hiring Plan (per 90-day Blueprint):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Platform Licensing Sales Lead (Offer E) — Priority 1, breakout revenue line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BPA/Chatbot Delivery Lead (Offer B) — NGO USD revenue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Compliance Officer + DevRel Engineer — unblock Offer B/C &amp; developer adoption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t>FINANCIALS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Revenue Projections (targets, pending CFO validation):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Year 1:  $120K ARR (monthly revenue target $10K/mo)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Year 2:  $300K ARR (recurring contracts + SaaS)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Year 3:  $600K ARR (SaaS $49–$299/mo + managed workforce)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Key Assumptions: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10–15% MoM revenue growth in ramp (target)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70%+ gross margin target; LLM cost ~15% of revenue at scale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120% net retention target (per Mission success metrics)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Use of Funds (First $500K — Corporate Blueprint §7):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40–50% — Talent (sales leads, compliance, DevRel)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20–30% — Client Pilots (3× Offer A, 1× Offer B, 1× Offer C)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15–25% — Hardware Lab (on-prem GPU, offline-first proof)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10–15% — Compliance &amp; Legal (Malawi DPA 2017, GDPR, SOC 2 prep)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t>  •  $50K — Emergency Reserve (CEO-only release)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155448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BFFF"/>
                </a:solidFill>
                <a:latin typeface="Arial"/>
              </a:defRPr>
            </a:pPr>
            <a:r>
              <a:t>Raising $500K Seed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Use of Funds (aligned to Corporate Blueprint §7):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  •  Talent — Platform Licensing Sales Lead (Offer E), chatbot/compliance leads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  •  Client pilots — 3× Offer A, 1× Offer B, 1× Offer C (post governance gates)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  •  Hardware lab — on-prem GPU for offline-first proof; Malawi field kits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  •  Compliance — Malawi DPA 2017, GDPR opinion, SOC 2 Type II readiness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Milestones with this raise: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  •  5 paying pilot clients across Offers A–C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  •  $120K ARR run-rate (SaaS + managed recurring)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  •  Phase 5 autonomous mode live — self-governing AI company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BFFF"/>
                </a:solidFill>
                <a:latin typeface="Arial"/>
              </a:defRPr>
            </a:pPr>
            <a:r>
              <a:t>Aspire. Act. Achieve.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Jack Mlusu, Founder &amp; CEO</a:t>
            </a:r>
            <a:br/>
            <a:r>
              <a:t>jmlusu@gmail.com</a:t>
            </a:r>
            <a:br/>
            <a:r>
              <a:t>+265 (0) 980 016 004</a:t>
            </a:r>
            <a:br/>
            <a:r>
              <a:t>lightspeedholdings.com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