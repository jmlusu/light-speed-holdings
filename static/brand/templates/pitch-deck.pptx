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73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737360" cy="1737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331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37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77639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51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  <a:latin typeface="Arial"/>
              </a:defRPr>
            </a:pPr>
            <a:r>
              <a:rPr sz="1200" b="0">
                <a:solidFill>
                  <a:srgbClr val="9CA3AF"/>
                </a:solidFill>
                <a:latin typeface="Arial"/>
              </a:rPr>
              <a:t>Confidential —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1.  The Problem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2.  Our Solution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3.  Market Opportunity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4.  Product &amp; Technology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5.  Business Model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6.  Traction &amp; Metrics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7.  Competitive Landscape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8.  Team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9.  Financials</a:t>
            </a:r>
          </a:p>
          <a:p>
            <a:pPr>
              <a:spcAft>
                <a:spcPts val="600"/>
              </a:spcAft>
              <a:defRPr sz="1600">
                <a:solidFill>
                  <a:srgbClr val="070A40"/>
                </a:solidFill>
                <a:latin typeface="Arial"/>
              </a:defRPr>
            </a:pPr>
            <a:r>
              <a:rPr sz="1600">
                <a:solidFill>
                  <a:srgbClr val="070A40"/>
                </a:solidFill>
                <a:latin typeface="Arial"/>
              </a:rPr>
              <a:t>10. The 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Organizations struggle to deploy AI agents at scale — each requires custom integration, monitoring, and governance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Existing tools are either too simple (chatbots) or too complex (enterprise ML platforms)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No turnkey solution exists for building an entire AI-powered organization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Cost tracking, human oversight, and multi-provider management are afterthoughts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7315200" cy="10972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93776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orchestrates,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Registry-driven: Define agents in YAML, generate OpenCode-compatible markdown files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Multi-provider LLM routing: OpenAI, Anthropic, DeepSeek, Gemini with automatic fallback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Built-in cost tracking &amp; budget enforcement per agent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Human-in-the-loop approval gates for dangerous operations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MessageBus task queue for cross-agent coordination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Pre-built agent roles across multiple departments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The AI agent infrastructure market is projected to reach significant scale by 2028.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TAM:  Enterprise AI agent platforms &amp; orchestration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SAM:  Mid-market companies deploying AI agents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SOM:  Developer-led, self-serve AI company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  <a:latin typeface="Arial"/>
              </a:defRPr>
            </a:pPr>
            <a:r>
              <a:rPr sz="1400" b="1">
                <a:solidFill>
                  <a:srgbClr val="E63946"/>
                </a:solidFill>
                <a:latin typeface="Arial"/>
              </a:rPr>
              <a:t>TARGET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Startups building AI-native products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SMBs automating operations with AI agents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Architecture: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Python CLI (Typer) — no web server required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Registry YAML → Jinja2 template → OpenCode agent files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ReAct agentic loop with tool routing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Core Components: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AgentLoop — Multi-turn reasoning with tool execution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CostTracker — Real-time LLM spend monitoring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HITLGate — Human approval for irreversible actions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MessageBus — JSON task queue for agent coordination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ModelRouter — Provider fallback chain (OpenAI → Anthropic → DeepSeek → Gemini)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Security: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Bandit static analysis, pre-commit hooks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Principle-of-least-privilege agent permissions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Encrypted credential storage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Revenue Streams: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1.  SaaS Subscription — Monthly/annual plans for platform access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2.  Usage-Based — LLM token pass-through + margin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3.  Enterprise — Custom deployment, SLAs, dedicated support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4.  Services — Implementation consulting for large deployments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Pricing Tiers: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AI Company Builder SaaS — Starter, Pro, Enterprise tiers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Managed AI Workforce — Recurring service revenue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Unit Economics: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Target gross margin: Strong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LLM cost: Controlled percentage of revenue at scale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Target CAC payback: Favorable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TRACTION &amp;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Deployed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18872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Departments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920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Flagship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Offers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834640"/>
            <a:ext cx="320040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Priced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Key Milestones: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Platform bootstrapped; core architecture shipped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Flagship offers priced &amp; governance gates ratified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Corporate Blueprint adopted; capital guidance signed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Automated tests passing; linting clean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Direct Competitors: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Agent frameworks (LangGraph, CrewAI) — dev tools, no org layer or governance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Workflow automation (n8n, Zapier) — task pipelines, not multi-agent organizations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Single-assistant SaaS (ChatGPT Business, Copilot) — no role hierarchy or cost control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Indirect Alternatives: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Custom-built agent frameworks (high engineering cost)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ChatGPT/Claude for single tasks (no orchestration)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Enterprise ML platforms (overkill for most orgs)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Our Differentiation: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AI-native company structure (not just a tool)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Built-in cost transparency &amp; budget enforcement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Human-in-the-loop safety gates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Multi-provider with automatic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✓  Local-first option (Ollama) for zero-cost inference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Leadership: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Jack Mlusu — Founder &amp; CEO — builder-operator; runs an AI agent organization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AI Executive Cabinet — CTO, CFO, CMO, CLO, CSO, COO, CAIO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Board of Directors — Standing committees (Strategy, Finance, Risk, Technology, Product, Customer, Governance)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Advisors: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Board Chair — governance &amp; escalation authority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Corporate Constitution — 5-tier approval matrix, decision order, escalation SLAs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Hiring Plan (per Blueprint):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Platform Licensing Sales Lead (Offer E) — Priority One, breakout revenue line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BPA/Chatbot Delivery Lead (Offer B) — NGO USD revenue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Compliance Officer + DevRel Engineer — unblock Offer B/C &amp; developer adoption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Revenue Projections (targets, pending validation):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Year One:  Early revenue traction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Year Two:  Recurring contracts + SaaS growth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Year Three:  SaaS + managed workforce scale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Key Assumptions: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Month-over-month revenue growth in ramp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Strong gross margin target; LLM cost controlled at scale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Net retention target per Mission success metrics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Use of Funds (per Corporate Blueprint):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Talent — Sales leads, compliance, DevRel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Client Pilots — Multiple offers across A–C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Hardware Lab — On-prem GPU for offline-first proof; field kits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Compliance &amp; Legal — Malawi DPA 2017, GDPR, SOC 2 prep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  •  Emergency Reserve — CEO-only release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55448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FFF"/>
                </a:solidFill>
                <a:latin typeface="Arial"/>
              </a:defRPr>
            </a:pPr>
            <a:r>
              <a:rPr sz="2400" b="0">
                <a:solidFill>
                  <a:srgbClr val="00BFFF"/>
                </a:solidFill>
                <a:latin typeface="Arial"/>
              </a:rPr>
              <a:t>Raising Seed Capital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Use of Funds (aligned to Corporate Blueprint):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Talent — Platform Licensing Sales Lead (Offer E), chatbot/compliance leads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Client pilots — Multiple offers across A, B, C (post governance gates)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Hardware lab — On-prem GPU for offline-first proof; field kits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Compliance — Malawi DPA 2017, GDPR opinion, SOC 2 Type II readiness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Milestones with this raise: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Paying pilot clients across Offers A–C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ARR run-rate (SaaS + managed recurring)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rPr sz="1400">
                <a:solidFill>
                  <a:srgbClr val="FFFFFF"/>
                </a:solidFill>
                <a:latin typeface="Arial"/>
              </a:rPr>
              <a:t>  •  Phase Five autonomous mode live — self-governing AI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5720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rPr sz="1400" b="0">
                <a:solidFill>
                  <a:srgbClr val="FFFFFF"/>
                </a:solidFill>
                <a:latin typeface="Arial"/>
              </a:rPr>
              <a:t>Jack Mlusu, Founder &amp; CEO</a:t>
            </a:r>
            <a:br/>
            <a:r>
              <a:rPr sz="1400" b="0">
                <a:solidFill>
                  <a:srgbClr val="FFFFFF"/>
                </a:solidFill>
                <a:latin typeface="Arial"/>
              </a:rPr>
              <a:t>jmlusu@gmail.com</a:t>
            </a:r>
            <a:br/>
            <a:r>
              <a:rPr sz="1400" b="0">
                <a:solidFill>
                  <a:srgbClr val="FFFFFF"/>
                </a:solidFill>
                <a:latin typeface="Arial"/>
              </a:rPr>
              <a:t>lightspeedholdings.vercel.app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